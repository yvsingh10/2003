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CC21A8-ABE7-279F-F767-8405634526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116EC-1926-2259-C4CC-1AED8B5C0E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E0F04E-FDF9-7465-4926-4CD8A43E8B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F4D4CB-770E-7E27-5907-B1F1148038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91AC4E-4129-D579-7D18-691ADB0BC3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055414-A392-BE2E-5F09-7D24CF9215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4CE74D-5931-67D7-1B78-A096D3839D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85620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84735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830158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1/22/2026</a:t>
            </a:fld>
            <a:endParaRPr lang="en-US"/>
          </a:p>
        </p:txBody>
      </p:sp>
      <p:sp>
        <p:nvSpPr>
          <p:cNvPr id="8114282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67208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2155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397487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58355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1/22/2026</a:t>
            </a:fld>
            <a:endParaRPr lang="en-US"/>
          </a:p>
        </p:txBody>
      </p:sp>
      <p:sp>
        <p:nvSpPr>
          <p:cNvPr id="10363040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4698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74778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56329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78854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1/22/2026</a:t>
            </a:fld>
            <a:endParaRPr lang="en-US"/>
          </a:p>
        </p:txBody>
      </p:sp>
      <p:sp>
        <p:nvSpPr>
          <p:cNvPr id="11748846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78322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2928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32805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95849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83193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1/22/2026</a:t>
            </a:fld>
            <a:endParaRPr lang="en-US"/>
          </a:p>
        </p:txBody>
      </p:sp>
      <p:sp>
        <p:nvSpPr>
          <p:cNvPr id="2827065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595417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5532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99816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67213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252845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786184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3412309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1/22/2026</a:t>
            </a:fld>
            <a:endParaRPr lang="en-US"/>
          </a:p>
        </p:txBody>
      </p:sp>
      <p:sp>
        <p:nvSpPr>
          <p:cNvPr id="4629555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18129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6366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515960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1/22/2026</a:t>
            </a:fld>
            <a:endParaRPr lang="en-US"/>
          </a:p>
        </p:txBody>
      </p:sp>
      <p:sp>
        <p:nvSpPr>
          <p:cNvPr id="181332306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766627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37599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1/22/2026</a:t>
            </a:fld>
            <a:endParaRPr lang="en-US"/>
          </a:p>
        </p:txBody>
      </p:sp>
      <p:sp>
        <p:nvSpPr>
          <p:cNvPr id="151081450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00771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8457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371996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697455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191499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1/22/2026</a:t>
            </a:fld>
            <a:endParaRPr lang="en-US"/>
          </a:p>
        </p:txBody>
      </p:sp>
      <p:sp>
        <p:nvSpPr>
          <p:cNvPr id="7853619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196335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38992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5762467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70888152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779115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1/22/2026</a:t>
            </a:fld>
            <a:endParaRPr lang="en-US"/>
          </a:p>
        </p:txBody>
      </p:sp>
      <p:sp>
        <p:nvSpPr>
          <p:cNvPr id="9796441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975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1318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616153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01273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1/22/2026</a:t>
            </a:fld>
            <a:endParaRPr lang="en-US"/>
          </a:p>
        </p:txBody>
      </p:sp>
      <p:sp>
        <p:nvSpPr>
          <p:cNvPr id="14929784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38727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43404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885543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67380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1/22/2026</a:t>
            </a:fld>
            <a:endParaRPr lang="en-US"/>
          </a:p>
        </p:txBody>
      </p:sp>
      <p:sp>
        <p:nvSpPr>
          <p:cNvPr id="7617170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7205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99535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87806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255609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1/22/2026</a:t>
            </a:fld>
            <a:endParaRPr lang="en-US"/>
          </a:p>
        </p:txBody>
      </p:sp>
      <p:sp>
        <p:nvSpPr>
          <p:cNvPr id="91303743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45960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1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6F0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1553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Cyber Security: Threats and Vulnerabilities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5FA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0377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Introduction to Cyber Security</a:t>
            </a:r>
            <a:endParaRPr/>
          </a:p>
        </p:txBody>
      </p:sp>
      <p:sp>
        <p:nvSpPr>
          <p:cNvPr id="19269379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Cyber Security refers to the protection of computers, networks, servers, mobile devices, and data from cyber attacks.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It plays a crucial role in safeguarding digital information in the modern world.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5E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6329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Objectives of Cyber Security</a:t>
            </a:r>
            <a:endParaRPr/>
          </a:p>
        </p:txBody>
      </p:sp>
      <p:sp>
        <p:nvSpPr>
          <p:cNvPr id="19281820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• Protect sensitive data from unauthorized access</a:t>
            </a:r>
            <a:endParaRPr/>
          </a:p>
          <a:p>
            <a:pPr>
              <a:defRPr/>
            </a:pPr>
            <a:r>
              <a:rPr/>
              <a:t>• Prevent cyber attacks and data breaches</a:t>
            </a:r>
            <a:endParaRPr/>
          </a:p>
          <a:p>
            <a:pPr>
              <a:defRPr/>
            </a:pPr>
            <a:r>
              <a:rPr/>
              <a:t>• Ensure secure online communication</a:t>
            </a:r>
            <a:endParaRPr/>
          </a:p>
          <a:p>
            <a:pPr>
              <a:defRPr/>
            </a:pPr>
            <a:r>
              <a:rPr/>
              <a:t>• Maintain trust in digital systems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0FF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5599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Examples of Cyber Security</a:t>
            </a:r>
            <a:endParaRPr/>
          </a:p>
        </p:txBody>
      </p:sp>
      <p:sp>
        <p:nvSpPr>
          <p:cNvPr id="124483873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• Antivirus software protecting systems from malware</a:t>
            </a:r>
            <a:endParaRPr/>
          </a:p>
          <a:p>
            <a:pPr>
              <a:defRPr/>
            </a:pPr>
            <a:r>
              <a:rPr/>
              <a:t>• Firewalls monitoring network traffic</a:t>
            </a:r>
            <a:endParaRPr/>
          </a:p>
          <a:p>
            <a:pPr>
              <a:defRPr/>
            </a:pPr>
            <a:r>
              <a:rPr/>
              <a:t>• Encryption used in online banking</a:t>
            </a:r>
            <a:endParaRPr/>
          </a:p>
          <a:p>
            <a:pPr>
              <a:defRPr/>
            </a:pPr>
            <a:r>
              <a:rPr/>
              <a:t>• Two-factor authentication for secure logins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0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9980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Cyber Security Threats</a:t>
            </a:r>
            <a:endParaRPr/>
          </a:p>
        </p:txBody>
      </p:sp>
      <p:sp>
        <p:nvSpPr>
          <p:cNvPr id="9793795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• Malware – Viruses, spyware, ransomware</a:t>
            </a:r>
            <a:endParaRPr/>
          </a:p>
          <a:p>
            <a:pPr>
              <a:defRPr/>
            </a:pPr>
            <a:r>
              <a:rPr/>
              <a:t>• Phishing – Fake emails or websites</a:t>
            </a:r>
            <a:endParaRPr/>
          </a:p>
          <a:p>
            <a:pPr>
              <a:defRPr/>
            </a:pPr>
            <a:r>
              <a:rPr/>
              <a:t>• Hacking – Unauthorized system access</a:t>
            </a:r>
            <a:endParaRPr/>
          </a:p>
          <a:p>
            <a:pPr>
              <a:defRPr/>
            </a:pPr>
            <a:r>
              <a:rPr/>
              <a:t>• Denial of Service (DoS) attacks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5F5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046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Cyber Security Vulnerabilities</a:t>
            </a:r>
            <a:endParaRPr/>
          </a:p>
        </p:txBody>
      </p:sp>
      <p:sp>
        <p:nvSpPr>
          <p:cNvPr id="100226946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• Weak or reused passwords</a:t>
            </a:r>
            <a:endParaRPr/>
          </a:p>
          <a:p>
            <a:pPr>
              <a:defRPr/>
            </a:pPr>
            <a:r>
              <a:rPr/>
              <a:t>• Outdated software</a:t>
            </a:r>
            <a:endParaRPr/>
          </a:p>
          <a:p>
            <a:pPr>
              <a:defRPr/>
            </a:pPr>
            <a:r>
              <a:rPr/>
              <a:t>• Human error and lack of awareness</a:t>
            </a:r>
            <a:endParaRPr/>
          </a:p>
          <a:p>
            <a:pPr>
              <a:defRPr/>
            </a:pPr>
            <a:r>
              <a:rPr/>
              <a:t>• Unsecured Wi-Fi networks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B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0735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Conclusion</a:t>
            </a:r>
            <a:endParaRPr/>
          </a:p>
        </p:txBody>
      </p:sp>
      <p:sp>
        <p:nvSpPr>
          <p:cNvPr id="125620850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Cyber Security is essential for protecting digital data and systems.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Awareness of threats and vulnerabilities helps in building a safer digital environment.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ONLYOFFICE/9.2.1.884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2026-01-22T16:35:00Z</dcterms:modified>
  <cp:category/>
</cp:coreProperties>
</file>